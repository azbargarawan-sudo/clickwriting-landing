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274320"/>
            <a:ext cx="20574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clickwriting-landing/seminar/logo-colle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347472"/>
            <a:ext cx="1783080" cy="11155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המכללה האקדמית הערבית לחינוך בישראל – חיפה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315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סמינריון בסיפורת עברית מודרנית: הסיפור הקצר מאת אתגר קרת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בסיפוריו הקצרים של אתגר קרת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8803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(געגועי לקיסינג'ר, 1994)  |  "מי כמונו יודע" (אוטוקורקט, 2024)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3611880"/>
            <a:ext cx="8046720" cy="1051560"/>
          </a:xfrm>
          <a:prstGeom prst="roundRect">
            <a:avLst>
              <a:gd name="adj" fmla="val 10435"/>
            </a:avLst>
          </a:prstGeom>
          <a:solidFill>
            <a:srgbClr val="24354F"/>
          </a:solidFill>
          <a:ln w="12700">
            <a:solidFill>
              <a:srgbClr val="2435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7033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מרצה: ד"ר ישראלה וייס</a:t>
            </a:r>
            <a:endParaRPr lang="en-US" sz="13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מגיש/ה: ____________________     ת"ז: ____________     תאריך: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אתגר קרת והסיפור העברי הקצר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54880" y="1143000"/>
            <a:ext cx="393192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983480" y="12801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הוא אתגר קרת?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6916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נולד ב-1967 ברמת גן, בן לניצולי שואה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קובצי סיפורים: צינורות (1992), געגועי לקיסינג'ר (1994), הקייטנה של קנלר (1998), פתאום דפיקה בדלת (2010), תקלה בקצה הגלקסיה (2018), אוטוקורקט (2024)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חתן פרס ספיר (2018); תורגם לעשרות שפות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גם קומיקס, תסריטים וסרטים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 הסגנון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755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שפה דיבורית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194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משפטים קצרים, סלנג, קול של ילד או של אדם פשוט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468880" y="164592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1755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פנטסטי בתוך יומיומי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194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אירוע מוזר מתקבל כמובן מאליו; הדמויות לא מתפלאות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הומור שחור ו"סתם"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57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צחוק על סף הכאב; המילה "סתם" כביטוי לריקנות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68880" y="310896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0604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קוצר וסיום פתוח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657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או שניים; רגע אחד; הסיום מטיל את המשמעות על הקורא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הנושא ושאלות המחקר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הנושא: דרכי התמודדות עם קשיים – פחד, אובדן, בדידות וניכור – בשני סיפורים של קרת, האחד מראשית דרכו והאחר מן הקובץ האחרון.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1460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146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קשיים?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קשיים ניצבים בפני הדמויות, ואילו דרכי התמודדות (ממוקדות-בעיה, ממוקדות-רגש, הימנעות) הן נוקטות?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באילו אמצעים?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כיצד משמשים השפה, הפנטזיה וההומור כאמצעי התמודדות – אצל הדמויות ואצל המספר?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92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באיזה מחיר?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תפקידו של ה"אחר" (האב; הזר בבית הקפה) בהתמודדות, ומה מחירה: הגנה או ריקון?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 תאורטי (1): מהי התמודדות?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לזרוס ופולקמן (Lazarus &amp; Folkman, 1984): לחץ נוצר כאשר האדם מעריך מצב כמאיים וכעולה על משאביו. ההתמודדות היא המאמץ – בפעולה או במחשבה – לנהל את המצב.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ממוקדת-בעיה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פעולה ישירה לשינוי המצב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לפתוח את הדלת, לברר מי דופק, לבקש עזרה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ממוקדת-רגש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ויסות הרגש ושינוי משמעות המצב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"אין ממה לפחד, זה סתם קולות"; חיבוק; דיבור בלתי פוסק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הימנעות והכחשה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התרחקות מן המצב או שלילתו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תריסים סגורים, שתיקה, פינה ליד הפסנתר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מפתח לעבודה: הערכה מחודשת (reappraisal) – לא לשנות את הקושי אלא את משמעותו.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 תאורטי (2): אובדן, דור שני ופואטיקה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1463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325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אובדן ושכול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298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הדו-מסלולי של רובין (Rubin, 1999): מסלול התפקוד לצד מסלול הקשר המתמשך למת. שתיקה, חיבוק ולחישה כהמשך הדיאלוג עם ההורה שמת.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2606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הדור השני ויחסי אב–בן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441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 כבן לניצולי שואה; "השואה הפרטית" מול הזיכרון הממלכתי; פחד ו"קולות" שעוברים בירושה מאב לבן (Omer-Sherman, 2020; מילנר, 2003).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01000" y="3749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010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הפואטיקה של קרת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84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מיתוס כ"הרמוניה ללא סדר": לחיות בעיה בלי לפתור אותה (כצמן, 2005); חזרה מכנית ומוטציה נרטיבית (Schwartz, 2018); הגבריות החלשה של האבות (Mendelson-Maoz, 2018).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(1994) – תקציר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ילד מספר בדיעבד על הבית שבו גדל עם אביו: בית סגור, דפיקות בדלת, ולחישה אחת שחוזרת.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34440" y="1874520"/>
            <a:ext cx="6675120" cy="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4204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הדפיקות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4204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אנשים באים, דופקים "בפראות". אבא מסתכל בעינית ולא פותח.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218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121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6354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326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הלחישה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57326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תפחד... זה בסך הכול האנשים החלולים" – חיבוק חזק-חזק ליד הפסנתר.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4340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9476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0448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הקולות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"שיפמן, תפתח את הדלת" – הם חוזרים על דברי אבא, מקיפים את הבית.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67462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746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12598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23570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 האם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23570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"בלי קול אבל עם גוף". על הקבר – איש בוכה; אבא: גם הוא מהם.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0584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 האב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בפינה ליד הפסנתר. הבן שותק על הקבר: "גם אני, כנראה, הייתי אחד מהם".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– דרכי ההתמודדות ומחירן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0" y="114300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806440" y="13258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תפחד, אין ממה לפחד, זה בסך הכול האנשים החלולים... בלי גוף, בלי כלום, סתם קולות."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306324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"והיום המילים שלי חוזרות מהם כמו כדור טניס שזרקתי על קיר. סתם, ממש סתם."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1357884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57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07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הסתגרות = הימנעות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813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דלת נעולה, תריסים, פינה. ההתמודדות אינה פותרת את האיום – היא מרחיקה אותו (Lazarus &amp; Folkman, 1984).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244852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2448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"סתם קולות" = הערכה מחודשת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682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"רטוריקת הסתמיות של אבא": מרגיעה את הגוף, אבל דווקא הקול החוזר מפחיד (כצמן, 2005).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3131820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31318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חיבוק ולחישה = ויסות רגשי משותף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5526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ההתמודדות מועברת מאב לבן; הבן לומד לומר את המילים במקום האב (Omer-Sherman, 2020).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0390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4018788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40187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8679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המחיר: להפוך לאחד מהם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142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שתיקה על הקבר, "סתם" – הקול הגנוב: מי שחוזר על קולות חלולים נעשה חלול (כצמן, 2005; Rubin, 1999).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 כמונו יודע" (2024) – תקציר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בבית קפה בין המספר לבין סופר אמריקאי שאינו מפסיק לדבר – סיפור על מילים שבונות "אנחנו" מזויף, ועל צוואר שנתפס.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34440" y="1874520"/>
            <a:ext cx="6675120" cy="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4204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הזר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4204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סופר אמריקאי, שלושה ספרים ופרס "שלא שמעתי עליו"; כל משפט שני: "ומי כמונו יודע..."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218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121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6354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326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החיים שהתפרקו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57326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ילד שנהרג בתאונה, גירושים, גיור והתפקרות, מינימליזם: "שני זוגות תחתונים ועט אחד".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4340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9476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0448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השקר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 מסתיר את עשרים זוגות התחתונים: "פחדתי שזה ירחיק בינינו".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67462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746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12598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23570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השקיעה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23570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"אתה ואני יכולים, בעזרת הכתיבה, לשמר את היופי הזה לנצח" – והצוואר מתחיל לכאוב.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0584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הסיום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"גם אני" – והסיפור הבא: "על מישהו שנתפס לו הצוואר".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 כמונו יודע" – דרכי ההתמודדות ומחירן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0" y="114300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806440" y="1325880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ואתה, אנחנו בני מזל... אתה ואני יכולים, בעזרת הכתיבה, לשמר את היופי הזה לנצח." זאת באמת היתה שקיעה יפה, אבל הצוואר שלי התחיל לכאוב.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34290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"כבר אז ידעתי שהסיפור הבא שלי הולך להיות על מישהו שנתפס לו הצוואר."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1357884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57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07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דיבור ו"ומי כמונו יודע" = חיפוש שייכות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813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הנוסחה החוזרת בונה "אנחנו" עם זר – ויסות רגשי וחיפוש תמיכה (Lazarus &amp; Folkman, 1984).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244852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2448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מינימליזם ואמונות = בנייה מחדש של החיים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682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מות הילד והגירושים: גיור, התפקרות, "עט אחד". פתרון לכאורה – הימנעות למעשה (Rubin, 1999).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3131820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31318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הסתרה והנהון = שמירה על הקשר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5526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 משקר על התחתונים ומסתובב "מתוך נימוס" – ומשלם בגוף: הצוואר.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0390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4018788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40187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8679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= הסחה או שימור?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142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הזר: לשמר את היופי לנצח. המספר: לכתוב על הצוואר – המוטציה הקטנה שעוצרת את לולאת החזרות (Schwartz, 2018).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השוואה: שני סיפורים, שתי דרכי התמודדות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"מי כמונו יודע" (2024)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"האנשים החלולים" (1994)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אובדן ילד וגירושים (הזר); בדידות ומבוכה (המספר)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פחד מפלישה, אובדן ההורים, בדידות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הקושי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זר ומספר-מאזין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 ובן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הדמויות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דיבור בלתי פוסק, מינימליזם, הסתרה, כתיבה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הסתגרות, לחישה, הכחשה, שתיקה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אמצעי ההתמודדות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תאומים סיאמיים – שני גופים, לב אחד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אנשים חלולים – קולות בלי גוף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הדימוי הפנטסטי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החוצה: פנייה אל האחר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פנימה: סגירת הדלת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כיוון ההתמודדות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ויתור על העצמי, "אנחנו" מזויף, צוואר תפוס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ריקון, "סתם", היטמעות בחלול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המחיר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המשותף: בשני הסיפורים איש אינו פותר את הקושי – הדמויות משנות את משמעותו באמצעות שפה ודמיון.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ומסקנות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1460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5146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התמודדות בלי פתרון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מרבית ההתמודדויות ממוקדות-רגש והימנעותיות. הדמויות לא מנצחות את הקושי – הן שורדות אותו. זו תמונה כנה של התמודדות אנושית, לא הרואית.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שפה ודמיון כהערכה מחודשת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לחישת האב ונוסחת האמריקאי משנות את משמעות המציאות, לא את המציאות. המיתוס של קרת: לחיות את הבעיה בלי לפתור אותה (כצמן, 2005).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ההתמודדות תמיד גובה מחיר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מן הסיפור המוקדם למאוחר: מן הבית הסגור אל הדיבור עם הזר – אך גם השייכות היא "לב כואב" וצוואר תפוס. הריקון ("סתם") וההנהון המזויף הם שני פנים של אותו מחיר.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069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מסקנה: אצל קרת, התמודדות עם קשיים היא עבודה של שפה ודמיון בתוך יחסים – בין אב לבן, בין זר למאזין – והיא מגינה ומרוקנת בעת ובעונה אחת.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ראשי הפרקים של העבודה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09160" y="118872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141732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9244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92040" y="13716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תקציר ומילות מפתח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92440" y="219456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9244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מבוא: הסיפור הקצר, סגנון קרת, הנושא ושאלות המחקר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92440" y="297180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9244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1 – רקע תאורטי: התמודדות (לזרוס ופולקמן), אובדן (רובין), הדור השני, הפואטיקה של קרת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374904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703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2 – "האנשים החלולים": הסתגרות, לחישה ושתיקה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141732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13716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3 – "מי כמונו יודע": דיבור, אידאולוגיה, הסתרה וכתיבה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0" y="219456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4048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4 – השוואה: פנימה מול החוצה; שתיקה מול דיבור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40480" y="297180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| סיכום ומסקנות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40480" y="374904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4048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703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ביבליוגרפיה (APA 7) | רפלקציה | נספחים: הסיפורים הסרוקים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ביבליוגרפיה (APA 7)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כהן, ד' (2015). בשני צירים שונים: תהליך האבל והתקשורת של הורים ואחים שכולים לאחר אבדן ילד בוגר. מפגש לעבודה חינוכית-סוציאלית, כג(41), 97-130.</a:t>
            </a:r>
            <a:endParaRPr lang="en-US" sz="10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כצמן, ר' (2005). געגועים למיתוס: אישיות, אתיקה ואידיאולוגיה במיתופואסיס הפוסטמודרני של אתגר קרת. מכאן, ד, 20-41.</a:t>
            </a:r>
            <a:endParaRPr lang="en-US" sz="10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קרת, א' (1994). האנשים החלולים. בתוך געגועי לקיסינג'ר. זמורה-ביתן.</a:t>
            </a:r>
            <a:endParaRPr lang="en-US" sz="10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קרת, א' (2024). מי כמונו יודע. בתוך אוטוקורקט. כנרת, זמורה-ביתן, דביר.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0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788920"/>
            <a:ext cx="8229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Abramovich, D. (2019). Israeli Holocaust memory in a short story by Etgar Keret. Australian Journal of Jewish Studies, 32, 21–33.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Mendelson-Maoz, A. (2018). Keret's "living-dead" and the sacrifice of Israeli masculinity. BGU Review: A Journal of Israeli Culture, Winter 2018.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Omer-Sherman, R. (2020). "To extract from it some sort of beautiful thing": The Holocaust in the families and fiction of Nava Semel and Etgar Keret. Humanities, 9(4), 137. https://doi.org/10.3390/h9040137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Schwartz, Y. (2018). "A story or a bullet between the eyes": Etgar Keret: Repetitiveness, morality, and postmodernism. BGU Review: A Journal of Israeli Culture, Winter 2018, 1-24.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על ההקשבה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"אין ממה לפחד. הם אנשים חלולים, בלי גוף, בלי כלום, סתם קולות."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2026-09-07T10:15:42Z</dcterms:created>
  <dcterms:modified xsi:type="dcterms:W3CDTF">2026-09-07T10:15:42Z</dcterms:modified>
</cp:coreProperties>
</file>