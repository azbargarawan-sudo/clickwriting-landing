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המכללה האקדמית הערבית לחינוך בישראל – חיפה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סמינריון בסיפורת עברית מודרנית: הסיפור הקצר מאת אתגר קרת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בסיפוריו הקצרים של אתגר קרת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"האנשים החלולים" (געגועי לקיסינג'ר, 1994)  |  "מי כמונו יודע" (אוטוקורקט, 2024)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24354F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033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מרצה: ד"ר ישראלה וייס</a:t>
            </a:r>
            <a:endParaRPr lang="en-US" sz="13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מגיש/ה: ____________________     ת"ז: ____________     תאריך: 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 קרת והסיפור העברי הקצר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83480" y="1280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הוא אתגר קרת?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98348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נולד ב-1967 ברמת גן, בן לניצולי שואה</a:t>
            </a:r>
            <a:endParaRPr lang="en-US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קובצי סיפורים: צינורות (1992), געגועי לקיסינג'ר (1994), הקייטנה של קנלר (1998), פתאום דפיקה בדלת (2010), תקלה בקצה הגלקסיה (2018), אוטוקורקט (2024)</a:t>
            </a:r>
            <a:endParaRPr lang="en-US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חתן פרס ספיר (2018); תורגם לעשרות שפות</a:t>
            </a:r>
            <a:endParaRPr lang="en-US" sz="13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 גם קומיקס, תסריטים וסרטים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 הסגנון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55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דיבורית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94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משפטים קצרים, סלנג, קול של ילד או של אדם פשוט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64592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755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פנטסטי בתוך יומיומי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194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 מוזר מתקבל כמובן מאליו; הדמויות לא מתפלאות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הומור שחור ו"סתם"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צחוק על סף הכאב; המילה "סתם" כביטוי לריקנות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31089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קוצר וסיום פתוח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או שניים; רגע אחד; הסיום מטיל את המשמעות על הקורא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הנושא ושאלות המחקר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הנושא: דרכי התמודדות עם קשיים – פחד, אובדן, בדידות וניכור – בשני סיפורים של קרת, האחד מראשית דרכו והאחר מן הקובץ האחרון.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28600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קשיים?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קשיים ניצבים בפני הדמויות, ואילו דרכי התמודדות (ממוקדות-בעיה, ממוקדות-רגש, הימנעות) הן נוקטות?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21488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28600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באילו אמצעים?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834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משמשים השפה, הפנטזיה וההומור כאמצעי התמודדות – אצל הדמויות ואצל המספר?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28600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באיזה מחיר?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34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תפקידו של ה"אחר" (האב; הזר בבית הקפה) בהתמודדות, ומה מחירה: הגנה או ריקון?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תאורטי (1): מהי התמודדות?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לזרוס ופולקמן (Lazarus &amp; Folkman, 1984): לחץ נוצר כאשר האדם מעריך מצב כמאיים וכעולה על משאביו. ההתמודדות היא המאמץ – בפעולה או במחשבה – לנהל את המצב.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ממוקדת-בעיה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פעולה ישירה לשינוי המצב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בסיפורים: לפתוח את הדלת, לברר מי דופק, לבקש עזרה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ממוקדת-רגש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ויסות הרגש ושינוי משמעות המצב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בסיפורים: "אין ממה לפחד, זה סתם קולות"; חיבוק; דיבור בלתי פוסק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הימנעות והכחשה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התרחקות מן המצב או שלילתו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בסיפורים: תריסים סגורים, שתיקה, פינה ליד הפסנתר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 מפתח לעבודה: הערכה מחודשת (reappraisal) – לא לשנות את הקושי אלא את משמעותו.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תאורטי (2): אובדן, דור שני ופואטיקה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46304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אובדן ושכול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98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הדו-מסלולי של רובין (Rubin, 1999): מסלול התפקוד לצד מסלול הקשר המתמשך למת. שתיקה, חיבוק ולחישה כהמשך הדיאלוג עם ההורה שמת.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260604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הדור השני ויחסי אב–בן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41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קרת כבן לניצולי שואה; "השואה הפרטית" מול הזיכרון הממלכתי; פחד ו"קולות" שעוברים בירושה מאב לבן (Omer-Sherman, 2020; מילנר, 2003).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74904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הפואטיקה של קרת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84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סיטואציות קיצוניות שהדמויות מגיבות להן בשגרה (מנדלסון-מעוז, 1998); בניית עולם פרטי עם חוקים משלו (קצמן, 2005); נסיגה מן הציבורי אל האינטימי (טאוב, 1997).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"האנשים החלולים" (1994) – תקציר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מספר בדיעבד על הבית שבו גדל עם אביו: בית סגור, דפיקות בדלת, ולחישה אחת שחוזרת.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34440" y="1874520"/>
            <a:ext cx="6675120" cy="0"/>
          </a:xfrm>
          <a:prstGeom prst="line">
            <a:avLst/>
          </a:prstGeom>
          <a:noFill/>
          <a:ln w="25400">
            <a:solidFill>
              <a:srgbClr val="D5DB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4204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הדפיקות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4204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 באים, דופקים "בפראות". אבא מסתכל בעינית ולא פותח.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218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121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6354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326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הלחישה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326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"אל תפחד... זה בסך הכול האנשים החלולים" – חיבוק חזק-חזק ליד הפסנתר.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9476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0448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הקולות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"שיפמן, תפתח את הדלת" – הם חוזרים על דברי אבא, מקיפים את הבית.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7462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46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2598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3570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 האם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23570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"בלי קול אבל עם גוף". על הקבר – איש בוכה; אבא: גם הוא מהם.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 האב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בפינה ליד הפסנתר. הבן שותק על הקבר: "גם אני, כנראה, הייתי אחד מהם".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"האנשים החלולים" – דרכי ההתמודדות ומחירן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7840" y="11430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6440" y="13258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"אל תפחד, אין ממה לפחד, זה בסך הכול האנשים החלולים... בלי גוף, בלי כלום, סתם קולות."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30632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"והיום המילים שלי חוזרות מהם כמו כדור טניס שזרקתי על קיר. סתם, ממש סתם."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357884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57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207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הסתגרות = הימנעות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813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דלת נעולה, תריסים, פינה. ההתמודדות אינה פותרת את האיום – היא מרחיקה אותו (Lazarus &amp; Folkman, 1984).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244852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"סתם קולות" = הערכה מחודשת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682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האב מרוקן את האיום מגוף וממשמעות. הגרוטסקה כהגנה (מנדלסון-מעוז, 1998).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131820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9809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חיבוק ולחישה = ויסות רגשי משותף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552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ההתמודדות מועברת מאב לבן; הבן לומד לומר את המילים במקום האב (Omer-Sherman, 2020).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4018788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4018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867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המחיר: להפוך לאחד מהם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142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שתיקה על הקבר, "סתם" – מי שחי בין קולות חלולים נעשה חלול (Rubin, 1999; Schwartz, 2018).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"מי כמונו יודע" (2024) – תקציר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בבית קפה בין המספר לבין סופר אמריקאי שאינו מפסיק לדבר – סיפור על מילים שבונות "אנחנו" מזויף, ועל צוואר שנתפס.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1874520"/>
            <a:ext cx="6675120" cy="0"/>
          </a:xfrm>
          <a:prstGeom prst="line">
            <a:avLst/>
          </a:prstGeom>
          <a:noFill/>
          <a:ln w="25400">
            <a:solidFill>
              <a:srgbClr val="D5DB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4204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הזר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4204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סופר אמריקאי, שלושה ספרים ופרס "שלא שמעתי עליו"; כל משפט שני: "ומי כמונו יודע..."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218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121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6354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326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החיים שהתפרקו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326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שנהרג בתאונה, גירושים, גיור והתפקרות, מינימליזם: "שני זוגות תחתונים ועט אחד".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9476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0448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המספר מסתיר את עשרים זוגות התחתונים: "פחדתי שזה ירחיק בינינו".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7462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46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2598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3570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השקיעה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23570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"אתה ואני יכולים, בעזרת הכתיבה, לשמר את היופי הזה לנצח" – והצוואר מתחיל לכאוב.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23774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הסיום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278892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"גם אני" – והסיפור הבא: "על מישהו שנתפס לו הצוואר".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"מי כמונו יודע" – דרכי ההתמודדות ומחירן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7840" y="11430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806440" y="13258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ואתה, אנחנו בני מזל... אתה ואני יכולים, בעזרת הכתיבה, לשמר את היופי הזה לנצח." זאת באמת היתה שקיעה יפה, אבל הצוואר שלי התחיל לכאוב.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3429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"כבר אז ידעתי שהסיפור הבא שלי הולך להיות על מישהו שנתפס לו הצוואר."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357884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57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207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דיבור ו"ומי כמונו יודע" = חיפוש שייכות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813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הנוסחה החוזרת בונה "אנחנו" עם זר – ויסות רגשי וחיפוש תמיכה (Lazarus &amp; Folkman, 1984).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244852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מינימליזם ואמונות = בנייה מחדש של החיים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682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מות הילד והגירושים: גיור, התפקרות, "עט אחד". פתרון לכאורה – הימנעות למעשה (Rubin, 1999).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131820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9809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הסתרה והנהון = שמירה על הקשר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552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המספר משקר על התחתונים ומסתובב "מתוך נימוס" – ומשלם בגוף: הצוואר.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4018788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4018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867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= הסחה או שימור?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142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הזר: לשמר את היופי לנצח. המספר: לכתוב על הצוואר – ההומור והבנאלי כהתמודדות כנה (Schwartz, 2018).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השוואה: שני סיפורים, שתי דרכי התמודדות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"מי כמונו יודע" (2024)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"האנשים החלולים" (1994)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היבט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אובדן ילד וגירושים (הזר); בדידות ומבוכה (המספר)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פחד מפלישה, אובדן ההורים, בדידות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הקושי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זר ומספר-מאזין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אב ובן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הדמויות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דיבור בלתי פוסק, מינימליזם, הסתרה, כתיבה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הסתגרות, לחישה, הכחשה, שתיקה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אמצעי ההתמודדות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תאומים סיאמיים – שני גופים, לב אחד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אנשים חלולים – קולות בלי גוף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הדימוי הפנטסטי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החוצה: פנייה אל האחר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פנימה: סגירת הדלת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כיוון ההתמודדות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ויתור על העצמי, "אנחנו" מזויף, צוואר תפוס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ריקון, "סתם", היטמעות בחלול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המחיר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המשותף: בשני הסיפורים איש אינו פותר את הקושי – הדמויות משנות את משמעותו באמצעות שפה ודמיון.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דיון ומסקנות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14600" y="132588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14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התמודדות בלי פתרון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מרבית ההתמודדויות ממוקדות-רגש והימנעותיות. הדמויות לא מנצחות את הקושי – הן שורדות אותו. זו תמונה כנה של התמודדות אנושית, לא הרואית.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32588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ודמיון כהערכה מחודשת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לחישת האב ונוסחת האמריקאי משנות את משמעות המציאות, לא את המציאות. הפנטזיה של קרת היא כלי הישרדות (מנדלסון-מעוז; קצמן).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ההתמודדות תמיד גובה מחיר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מן הסיפור המוקדם למאוחר: מן הבית הסגור אל הדיבור עם הזר – אך גם השייכות היא "לב כואב" וצוואר תפוס. הריקון ("סתם") וההנהון המזויף הם שני פנים של אותו מחיר.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מסקנה: אצל קרת, התמודדות עם קשיים היא עבודה של שפה ודמיון בתוך יחסים – בין אב לבן, בין זר למאזין – והיא מגינה ומרוקנת בעת ובעונה אחת.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ראשי הפרקים של העבודה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09160" y="118872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141732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924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תקציר ומילות מפתח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92440" y="219456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24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מבוא: הסיפור הקצר, סגנון קרת, הנושא ושאלות המחקר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297180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1 – רקע תאורטי: התמודדות (לזרוס ופולקמן), אובדן (רובין), הדור השני, הפואטיקה של קרת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374904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703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– "האנשים החלולים": הסתגרות, לחישה ושתיקה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3 – "מי כמונו יודע": דיבור, אידאולוגיה, הסתרה וכתיבה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219456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4 – השוואה: פנימה מול החוצה; שתיקה מול דיבור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297180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דיון | סיכום ומסקנות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374904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703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ביבליוגרפיה (APA 7) | רפלקציה | נספחים: הסיפורים הסרוקים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ביבליוגרפיה (APA 7)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טאוב, ג' (1997). המרד השפוף: על תרבות צעירה בישראל. הקיבוץ המאוחד.</a:t>
            </a:r>
            <a:endParaRPr lang="en-US" sz="11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מנדלסון-מעוז, ע' (1998). סיטואציות קיצוניות, זוועתיות וגרוטסקיות ביצירותיהם של קסטל-בלום וקרת. דפים למחקר בספרות, 11, 269–295.</a:t>
            </a:r>
            <a:endParaRPr lang="en-US" sz="11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קצמן, ר' (2005). געגועים למיתוס: אישיות, אתיקה ואידיאולוגיה במיתופואסיס הפוסטמודרני של אתגר קרת. מכאן, ד, 20–41.</a:t>
            </a:r>
            <a:endParaRPr lang="en-US" sz="11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קרת, א' (1994). האנשים החלולים. בתוך געגועי לקיסינג'ר. זמורה-ביתן.</a:t>
            </a:r>
            <a:endParaRPr lang="en-US" sz="11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קרת, א' (2024). מי כמונו יודע. בתוך אוטוקורקט. כנרת, זמורה-ביתן, דביר.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15468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Lazarus, R. S., &amp; Folkman, S. (1984). Stress, appraisal, and coping. Springer.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Omer-Sherman, R. (2020). "To extract from it some sort of beautiful thing": The Holocaust in the families and fiction of Nava Semel and Etgar Keret. Humanities, 9(4), 137. https://doi.org/10.3390/h9040137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Rubin, S. S. (1999). The two-track model of bereavement: Overview, retrospect, and prospect. Death Studies, 23(8), 681–714.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התמודדות עם קשיים בסיפוריו הקצרים של אתגר קרת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על ההקשבה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"אין ממה לפחד. הם אנשים חלולים, בלי גוף, בלי כלום, סתם קולות."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2026-09-07T08:14:57Z</dcterms:created>
  <dcterms:modified xsi:type="dcterms:W3CDTF">2026-09-07T08:14:57Z</dcterms:modified>
</cp:coreProperties>
</file>