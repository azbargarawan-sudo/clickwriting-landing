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הביבליוגרפית המלאה, בפורמט APA מלא,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רקע</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רקע והצגת הבעיה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שאלת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שאלת המחקר ומטרות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800" b="1" dirty="0">
                <a:solidFill>
                  <a:srgbClr val="0E6E7E"/>
                </a:solidFill>
                <a:latin typeface="Arial" pitchFamily="34" charset="0"/>
                <a:ea typeface="Arial" pitchFamily="34" charset="-122"/>
                <a:cs typeface="Arial" pitchFamily="34" charset="-120"/>
              </a:rPr>
              <a:t>‏שאלת המחקר המרכזית‏</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8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‏מטרות המחקר‏</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8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‏מחלות כרוניות הן מצבים בריאותיים ממושכים המתפתחים באופן הדרגתי ומלווים את הפרט לאורך שנים רבות. בשונה ממחלות חריפות הן אינן ניתנות לריפוי מלא אלא מנוהלות לאורך זמן, ולפיכך השפעתן על איכות החיים ועל מערכת הבריאות מצטברת ומתמשכת.‏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‏רב-תחלואה‏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בקרב יותר ממאה ושלושים אלף נבדקים מצא כי גורמי אורח חיים מסבירים חלק ניכר מן ההיארעות המשולבת, וכי העישון הוא הגורם התורם ביותר להתפתחותה ‏(van der Velde et al., 2024)‏. מכאן שהופעתן המשותפת אינה מקרית אלא קשורה בדפוסי התנהגות משותפים.‏</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‏הנטל הכלכלי‏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שההשקעה במניעה היא שיקול כלכלי ולא בריאותי בלבד.‏</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‏שני רכיבים אלו נהנים מבסיס הראיות המבוסס ביותר ביחס למניעת מחלות כרוניות.‏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‏התזונה‏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‏(Laffond et al., 2023)‏. סקירה של שלושים ניסויים מבוקרים הראתה כי דיאטת DASH מורידה באופן מובהק את לחץ הדם ‏(Filippou et al., 2020)‏.‏</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‏הפעילות הגופנית‏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כלומר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מסגרת תיאורטית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מסגרת תיאורטית ומודל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מתודולוגיה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אוכלוסיית המחקר ושיקולים אתיים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‏עדות לכך שהחסם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כי המערכת מחמיצה חלון הזדמנויות ארוך שבו ניתן היה למנוע את הנזק.‏</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משמעות הממצאים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דיון בממצאים לאור הספרות</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חסמים מבניים לעומת חסמים אישיים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המלצות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המלצות יישומיות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‏מן הממצאים נגזרות שבע המלצות מעשיות. ראשית, מומלץ להנהיג מרשם לפעילות גופנית, שבו הצוות הרפואי רושם בכתב מסגרת קונקרטית הכוללת שם קבוצה, מקום, יום ושעה, שכן מן הראיונות עולה כי מטופלים מבצעים מרשמים ומתעלמים מהמלצות כלליות. שנית, מומלץ להקים קבוצות הליכה שכונתיות מונחות, מודל הדורש מדריך אחד ומסלול קיים בלבד, בתוספת מנגנון מעקב פשוט הכולל שיחת טלפון למי שנעדר.‏</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‏שלישית, ובאופן דחוף, מומלץ להשקיע בתשתית הליכה ביישובי הבדואים בנגב: מדרכה רציפה, תאורה וספסלים לאורך מסלול אחד לפחות בכל שכונה. זוהי ההשקעה בעלת התשואה הבריאותית הגבוהה ביותר ביחס לעלותה. רביעית, מומלץ להקים מסגרות ספורט נפרדות לנשים בתוך היישובים, בהפעלת מדריכות ובשעות אחר הצהריים, שכן היעדרן מהווה חסם מוחלט בפני מחצית האוכלוסייה.‏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‏חמישית, מומלץ להנהיג פנייה יזומה טלפונית בשפה הערבית אל בעלי גורמי סיכון שאינם מגיעים לבדיקות, מאחר שדיוור אוטומטי ועלונים כתובים נמצאו בלתי אפקטיביים, ובפרט בקרב מבוגרים שאינם קוראים. שישית, מומלץ לשלב את מוסדות הקהילה, ובהם המסגד, בתי הספר וטיפות החלב, כערוצי הסברה המגיעים אל מי שאינו פוקד את המרפאה. שביעית, מומלץ לשלב אנשים מן הקהילה שעברו שינוי מוצלח כמעבירי מסר, שכן עדותו של אדם מוכר מן היישוב משכנעת יותר מהרצאה של גורם חיצוני.‏</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מגבלות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לאוכלוסייה. מטרתו היא הבנת משמעות ולא מדידת שכיחות, ויש לקרוא את ממצאיו באופן זה.‏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‏שנית, הדגימה הייתה מכוונת ונעשתה בשיטת כדור השלג דרך מעגלי היכרות של החוקרים, שיטה העלולה ליצור הטיה לטובת אנשים הנכונים לשוחח על בריאותם. שלישית, הנתונים מבוססים על דיווח עצמי ולפיכך חשופים להטיית רצייה חברתית, מגבלה המתחדדת בשל ההיכרות המוקדמת בין החוקרים לבין חלק מן המרואיינים, אף שהיכרות זו תרמה גם לפתיחות ולאמון.‏</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‏רביעית, ארבעה ראיונות נערכו בערבית ותורגמו לעברית, וכל תרגום כרוך באובדן ניואנסים ובפרט בביטויים תרבותיים. חמישית, המחקר נערך בשלושה יישובים במחוז הדרום, ולפיכך ממצאיו משקפים הקשר מקומי ספציפי. ייחודו של הקשר זה הוא בעת ובעונה אחת יתרון של המחקר, המאפשר העמקה בהקשר שנחקר מעט, ומגבלה המצמצמת את יכולת ההשלכה על אוכלוסיות אחרות בישראל.‏</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סיכום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סיכום ומסקנות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מקורות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רשימת מקורות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המקורות שאוזכרו במצגת, מקורות בעברית ואחריהם באנגלית לפי סדר הא-ב</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6385255"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‏(2023)‏. סקר בריאות לאומי INHIS-4.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‏צבר בן-יהושע, נ' ‏(2016)‏. מסורות וזרמים במחקר האיכותני. מכון מופ"ת.‏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‏קידום בריאות בישראל ‏(2023)‏. גיליון 11. אוניברסיטת אריאל בשומרון.‏</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‏שקדי, א' ‏(2003)‏. מילים המנסות לגעת: מחקר איכותני. רמות.‏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‏Braun, V., &amp; Clarke, V. ‏(2006)‏. Qualitative Research in Psychology, 3‏(2)‏.‏</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‏Filippou, C. D., et al. ‏(2020)‏. Advances in Nutrition, 11‏(5)‏.‏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‏Franklin, B. A., et al. ‏(2021)‏. Int. J. of Environmental Research and Public Health, 18‏(18)‏.‏</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‏Geidl, W., et al. ‏(2020)‏. Int. J. of Behavioral Nutrition and Physical Activity, 17.‏</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‏Hareer, L. W., et al. ‏(2024)‏. Nutrition &amp; Dietetics, 81‏(4)‏.‏</a:t>
            </a:r>
            <a:endParaRPr lang="en-US" sz="1250" dirty="0"/>
          </a:p>
        </p:txBody>
      </p:sp>
      <p:sp>
        <p:nvSpPr>
          <p:cNvPr id="7" name="Text 5"/>
          <p:cNvSpPr txBox="1"/>
          <p:nvPr/>
        </p:nvSpPr>
        <p:spPr>
          <a:xfrm>
            <a:off x="923544"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‏Karatzi, K., &amp; Manios, Y. ‏(2021)‏. Nutrients, 13‏(5)‏.‏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‏Laffond, A., et al. ‏(2023)‏. Nutrients, 15‏(15)‏.‏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‏Lai, C., et al. ‏(2024)‏. The Journal of Nutrition, Health and Aging, 28‏(3)‏.‏</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‏Levi, S., et al. ‏(2025)‏. Israel Journal of Health Policy Research, 14‏(1)‏.‏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‏Lincoln, Y. S., &amp; Guba, E. G. ‏(1985)‏. Naturalistic inquiry. Sage.‏</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‏Reges, O., et al. ‏(2020)‏. Israel Journal of Health Policy Research, 9‏(1)‏.‏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‏Treister-Goltzman, Y., &amp; Peleg, R. ‏(2015)‏. Journal of Community Health, 40‏(6)‏.‏</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‏van der Velde, J. H. P. M., et al. ‏(2024)‏. European Journal of Ageing, 21.‏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‏World Health Organization ‏(2023)‏. Noncommunicable diseases [Fact sheet].‏</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‏Zhang, Y.-B., et al. ‏(2021)‏. BMJ, 373.‏</a:t>
            </a:r>
            <a:endParaRPr lang="en-US" sz="12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  ראמי אבו גאמע  |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2026-09-05T19:36:55Z</dcterms:created>
  <dcterms:modified xsi:type="dcterms:W3CDTF">2026-09-05T19:36:55Z</dcterms:modified>
</cp:coreProperties>
</file>