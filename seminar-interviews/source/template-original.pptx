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8" r:id="rId12"/>
    <p:sldId id="269" r:id="rId13"/>
    <p:sldId id="265" r:id="rId14"/>
    <p:sldId id="271" r:id="rId15"/>
    <p:sldId id="267" r:id="rId16"/>
    <p:sldId id="266" r:id="rId1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64D3D1-85DB-67CA-C56E-D4D6079FA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A96A7EF-4E7A-3FD7-FCB8-64F6E8286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0549773-F747-FC7B-50C3-1C8730B2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556B087-C108-8276-AA6C-395CD0E8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3ED484D-BEAD-61B1-C38A-611CCBFB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967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291D85-5C2F-D2D4-6886-D3C99270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44C66C-3AA9-6C10-96CB-6684AD64E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CD4FE44-D35A-56CF-3E95-2936FADA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C642EEF-34A1-AB2F-C99C-3ACC6A484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406BA48-0C04-602D-9E93-FD3C2AF8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863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F677D5-B755-03FA-3E95-5AED7867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E1CEE9-E6FC-5B5E-03CD-4870165C4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3562189-2841-B5D2-73A2-27C06506B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440FAF0-70EB-D2F5-4F43-A54397B3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184798-8B28-7E7C-747C-A24C2F00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5803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21937F-F7A2-9171-D453-C47DDEE5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9854582-A50D-FCB2-D2F0-A9C7A944B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30DD299-B03E-010B-E1A6-0F8CEFACD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926AAFB-DCDA-3DB2-840C-ABCDFFD5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104DBC0-9E8E-BCB9-2948-98410036B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0C21791-6A35-DEEA-0CE0-712E2793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331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FBE860-019A-70B5-1930-33B2E42F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D22D656-E305-E85B-4705-6D02E57C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DD7051E-7031-8900-145B-260B08829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72CD91E-EC05-66C1-1E96-F56F2DB92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A4DE0A5-C17A-764E-E2CF-4469BE552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F325FCF-E2FA-F0D4-1536-BCDF34F4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F4F6187-63B8-725A-D533-BCF9A488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751561D-117E-EEDD-07B9-2C8570DA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426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8326FE-05E9-5068-5A81-20CB6C36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4E1F41B-605A-5B7D-55A8-B6C78A88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72E6E8F-1CC7-792A-14D4-A464C258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7000BA1-9AF7-ADF2-E18C-F3EFF941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815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2C5C053-7874-FD5A-63B8-F7139C95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68426DB-0531-2FA3-79E2-432A7DDF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0226EF6-F757-18B8-F53F-D9D55EFC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769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9BB4A5-F089-B470-EFD2-6377416B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F81D753-6A92-95C3-51B9-DC5A68895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E6DD92E-446F-EF2E-04A4-D02E9E302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FB84136-91D1-B7D5-9374-2B9DD793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446BBFA-55DB-51A6-DE6A-9B4A0B76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6A66B3C-56CC-9EBC-4E10-BBC48203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823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A16DC4-0347-6D29-9E80-57E0DB68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318CD40-2BC8-8900-9F11-A36D17941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E69B543-6619-DFEC-D0D0-369B73E5F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E21894C-4D40-56C1-C8A0-B488625B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6124730-4ABF-A32A-613F-A5B09247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5514D66-8CFF-BB87-394E-3981E397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526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ECE0F6-AC8C-98A8-95F4-62CB8580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1F19B80-19D4-050D-1734-B800618F2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4D53C86-0659-5197-AC5F-D9E22D408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8974029-2D33-C8FB-70E1-7709768E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8A5DADD-4065-9E8C-6BB4-620054B02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364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A9F6406-B870-257E-A703-15066BFD2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2464919-2EBC-72FC-B0F3-6638E8964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8C79414-D177-C8E2-01B3-932A21FD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C73920E-317F-C0B5-32B0-979B9CF2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D4778C-6A50-4B40-893A-2ADAE006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933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22D2C69-01A8-D4ED-B88F-00771B34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491B276-A98B-E562-185C-EA395B4FA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E3B22C9-6905-61CE-0E15-3731F4B71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99ED5-5FF9-4EE3-80B0-85880A94AC02}" type="datetimeFigureOut">
              <a:rPr lang="he-IL" smtClean="0"/>
              <a:t>ט'/סיון/תשפ"ו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DE4D67-E194-48DA-F34D-2382ED9B2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17051E-9340-3DC6-AE92-E31E8E347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45543-9059-4467-A4F1-9136CE46C06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89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6DAE12-3AD3-D29C-F7F4-5B3D11194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cs typeface="+mn-cs"/>
              </a:rPr>
              <a:t>פרויקט בנושא : </a:t>
            </a:r>
            <a:br>
              <a:rPr lang="he-IL" dirty="0">
                <a:cs typeface="+mn-cs"/>
              </a:rPr>
            </a:br>
            <a:br>
              <a:rPr lang="he-IL" dirty="0">
                <a:cs typeface="+mn-cs"/>
              </a:rPr>
            </a:br>
            <a:br>
              <a:rPr lang="he-IL" dirty="0">
                <a:cs typeface="+mn-cs"/>
              </a:rPr>
            </a:br>
            <a:r>
              <a:rPr lang="he-IL" dirty="0">
                <a:cs typeface="+mn-cs"/>
              </a:rPr>
              <a:t>שנה"ל תשפ"ו 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08DAE19-C980-FAC7-F3C6-C573BBE67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שמות הסטודנטים : </a:t>
            </a:r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B841957D-28CC-9381-AEC5-EDEFB097CA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76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96F34F-7D0E-2B88-A33F-F6FE519B1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5400" dirty="0">
                <a:cs typeface="+mn-cs"/>
              </a:rPr>
              <a:t>רקע והצגת הבעיה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0D5DFE-1DFA-C4B1-078E-FF5C11B66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321644BB-B241-907F-6C9D-C5D346FFB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4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CF776-28D2-0199-8BB3-A8FD3930D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CE71FB-8840-5B55-2DEB-E07B8FAE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5400" dirty="0">
                <a:cs typeface="+mn-cs"/>
              </a:rPr>
              <a:t>שאלת המחקר ומטרות המחקר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B085C4A-2426-BD2D-76D5-0CA4C536E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F192BC1E-C7F1-8496-FA05-FA5015C9C6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1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17C8-0409-3BA0-A414-C3314C94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3A83BD-52A1-9A42-2615-AD7D98045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4800" dirty="0">
                <a:cs typeface="+mn-cs"/>
              </a:rPr>
              <a:t>סקירת ספרות – מה ידוע לנו בנושא  </a:t>
            </a:r>
            <a:endParaRPr lang="he-IL" sz="5400" dirty="0"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E6DA6D7-7F9E-6F58-4D29-24C8245D2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22DF6DA0-75BE-4965-5E2E-07AD6C88A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2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DED9-9E78-81BD-1263-7B1A762B3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C55036-AB19-F8BD-8FBC-CD9BC6A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5400" dirty="0">
                <a:cs typeface="+mn-cs"/>
              </a:rPr>
              <a:t>סקירת ספרות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71DE5C-EF5C-4E48-FF53-F69C1A04D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DDE83C73-1DE7-4106-CFC5-876F21123E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3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BCB4-C084-D9E2-B3BA-23E4B7935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633387-D91C-D346-D201-3B3FCC93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5400" dirty="0">
                <a:cs typeface="+mn-cs"/>
              </a:rPr>
              <a:t>מסגרת תיאורטית / מודל המחקר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544F465-AC94-64CB-B877-5B8A71523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B6ECF845-FB8F-1292-D135-7F5E1C33F3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64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7A40-9816-ED34-C833-E928F4D9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5BBC66-4660-A7E3-2BBC-A43FAF4F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4800" dirty="0">
                <a:cs typeface="+mn-cs"/>
              </a:rPr>
              <a:t>מתודולוגיה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E4B39C-4FC6-AC59-E837-8C2C10329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סוג המחקר</a:t>
            </a:r>
          </a:p>
          <a:p>
            <a:pPr marL="0" indent="0">
              <a:buNone/>
            </a:pPr>
            <a:endParaRPr lang="he-IL" dirty="0"/>
          </a:p>
          <a:p>
            <a:r>
              <a:rPr lang="he-IL" b="1" dirty="0"/>
              <a:t>אוכלוסיית המחקר </a:t>
            </a:r>
          </a:p>
          <a:p>
            <a:endParaRPr lang="he-IL" b="1" dirty="0"/>
          </a:p>
          <a:p>
            <a:r>
              <a:rPr lang="he-IL" b="1" dirty="0"/>
              <a:t>כלי המחקר </a:t>
            </a:r>
          </a:p>
          <a:p>
            <a:endParaRPr lang="he-IL" b="1" dirty="0"/>
          </a:p>
          <a:p>
            <a:r>
              <a:rPr lang="he-IL" b="1" dirty="0"/>
              <a:t>שיטת איסוף הנתונים</a:t>
            </a:r>
          </a:p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BC204128-A373-653E-B93D-8C4294BDE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9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30A7-5952-184B-134A-CEE52882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53405A-465D-AC3F-2725-B23165D4A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4800" dirty="0">
                <a:cs typeface="+mn-cs"/>
              </a:rPr>
              <a:t>מתודולוגיה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D475B19-7EB9-9489-835D-273D9AE18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סוג המחקר</a:t>
            </a:r>
          </a:p>
          <a:p>
            <a:pPr marL="0" indent="0">
              <a:buNone/>
            </a:pPr>
            <a:endParaRPr lang="he-IL" dirty="0"/>
          </a:p>
          <a:p>
            <a:r>
              <a:rPr lang="he-IL" b="1" dirty="0"/>
              <a:t>אוכלוסיית המחקר </a:t>
            </a:r>
          </a:p>
          <a:p>
            <a:endParaRPr lang="he-IL" b="1" dirty="0"/>
          </a:p>
          <a:p>
            <a:r>
              <a:rPr lang="he-IL" b="1" dirty="0"/>
              <a:t>כלי המחקר </a:t>
            </a:r>
          </a:p>
          <a:p>
            <a:endParaRPr lang="he-IL" b="1" dirty="0"/>
          </a:p>
          <a:p>
            <a:r>
              <a:rPr lang="he-IL" b="1" dirty="0"/>
              <a:t>שיטת איסוף הנתונים</a:t>
            </a:r>
          </a:p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5DE9C619-220F-193A-4DEF-D3F27A6625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1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DCBBA-3270-67CD-9392-37959451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095C1B3-074D-607A-DD1A-4BE7A841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4800" b="1" dirty="0">
                <a:latin typeface="+mn-lt"/>
                <a:ea typeface="+mn-ea"/>
                <a:cs typeface="+mn-cs"/>
              </a:rPr>
              <a:t>כלי המחקר</a:t>
            </a:r>
            <a:endParaRPr lang="he-IL" sz="2800" b="1" dirty="0">
              <a:latin typeface="+mn-lt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C14E88-40DC-C22B-D093-F9853AE17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b="1" dirty="0"/>
              <a:t>במחקר כמותי:</a:t>
            </a:r>
          </a:p>
          <a:p>
            <a:r>
              <a:rPr lang="he-IL" dirty="0"/>
              <a:t>סוג השאלון </a:t>
            </a:r>
          </a:p>
          <a:p>
            <a:r>
              <a:rPr lang="he-IL" dirty="0"/>
              <a:t>מספר שאלות </a:t>
            </a:r>
          </a:p>
          <a:p>
            <a:r>
              <a:rPr lang="he-IL" dirty="0"/>
              <a:t>סולם </a:t>
            </a:r>
            <a:r>
              <a:rPr lang="he-IL" dirty="0" err="1"/>
              <a:t>ליקרט</a:t>
            </a:r>
            <a:r>
              <a:rPr lang="he-IL" dirty="0"/>
              <a:t> </a:t>
            </a:r>
          </a:p>
          <a:p>
            <a:endParaRPr lang="he-IL" dirty="0"/>
          </a:p>
          <a:p>
            <a:r>
              <a:rPr lang="he-IL" b="1" dirty="0"/>
              <a:t>במחקר איכותני:</a:t>
            </a:r>
          </a:p>
          <a:p>
            <a:r>
              <a:rPr lang="he-IL" dirty="0"/>
              <a:t>סוג הריאיון </a:t>
            </a:r>
          </a:p>
          <a:p>
            <a:r>
              <a:rPr lang="he-IL" dirty="0"/>
              <a:t>מספר שאלות </a:t>
            </a:r>
          </a:p>
          <a:p>
            <a:r>
              <a:rPr lang="he-IL" dirty="0"/>
              <a:t>נושאים מרכזיים</a:t>
            </a:r>
          </a:p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AEEAF6A4-0EE4-D375-4DFA-D5F9D2A9C4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4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6AB5-FF75-3480-6AE6-5E579AFF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2C596C-F0CB-32FC-A127-9120C688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 </a:t>
            </a:r>
            <a:r>
              <a:rPr lang="he-IL" sz="6000" dirty="0">
                <a:cs typeface="+mn-cs"/>
              </a:rPr>
              <a:t>ממצאים מרכזיים</a:t>
            </a:r>
            <a:br>
              <a:rPr lang="he-IL" sz="5400" b="1" dirty="0"/>
            </a:br>
            <a:endParaRPr lang="he-IL" sz="5400" dirty="0"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AA4797B-34EA-7776-A28E-E8BA12211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ממצאים עיקריים בלבד </a:t>
            </a:r>
          </a:p>
          <a:p>
            <a:r>
              <a:rPr lang="he-IL" dirty="0"/>
              <a:t>גרפים/טבלאות ברורות</a:t>
            </a:r>
          </a:p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28351659-D2CF-77C0-F5EA-3CB61A2813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2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D7C3-0AD0-9D96-122F-FDBBC4B7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4774FD-0790-3CA8-F7FD-E4CDE2EF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 </a:t>
            </a:r>
            <a:r>
              <a:rPr lang="he-IL" sz="6000" dirty="0">
                <a:cs typeface="+mn-cs"/>
              </a:rPr>
              <a:t>ממצאים מרכזיים</a:t>
            </a:r>
            <a:br>
              <a:rPr lang="he-IL" sz="5400" b="1" dirty="0"/>
            </a:br>
            <a:endParaRPr lang="he-IL" sz="5400" dirty="0"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320DB74-2450-D24F-53A2-F9006010A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ממצאים עיקריים בלבד </a:t>
            </a:r>
          </a:p>
          <a:p>
            <a:r>
              <a:rPr lang="he-IL" dirty="0"/>
              <a:t>גרפים/טבלאות ברורות</a:t>
            </a:r>
          </a:p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68240EF8-5031-50D7-3548-9B1B0E6C82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11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094C-768F-3C19-6022-E0CC11C4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D53169-CEA7-DADD-DC93-6D876002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 </a:t>
            </a:r>
            <a:r>
              <a:rPr lang="he-IL" sz="6000" dirty="0">
                <a:cs typeface="+mn-cs"/>
              </a:rPr>
              <a:t>ממצאים מרכזיים</a:t>
            </a:r>
            <a:br>
              <a:rPr lang="he-IL" sz="5400" b="1" dirty="0"/>
            </a:br>
            <a:endParaRPr lang="he-IL" sz="5400" dirty="0"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36BD504-DC08-F733-DA9C-381DC00CF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ממצאים עיקריים בלבד </a:t>
            </a:r>
          </a:p>
          <a:p>
            <a:r>
              <a:rPr lang="he-IL" dirty="0"/>
              <a:t>גרפים/טבלאות ברורות</a:t>
            </a:r>
          </a:p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46651370-7130-B6BD-6A90-1701E7F5C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92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64306-FF56-1CC4-4BDB-49527283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8DEC08-3036-C4C0-B49D-A9A276A9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5400" dirty="0">
                <a:cs typeface="+mn-cs"/>
              </a:rPr>
              <a:t>סיכום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9921A6-5B84-5D10-8397-B8F191AF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משמעות הממצאים</a:t>
            </a:r>
          </a:p>
          <a:p>
            <a:r>
              <a:rPr lang="he-IL" dirty="0"/>
              <a:t>קשר לספרות</a:t>
            </a:r>
          </a:p>
          <a:p>
            <a:r>
              <a:rPr lang="he-IL" dirty="0"/>
              <a:t>מסקנות מרכזיות</a:t>
            </a:r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7BD43DB4-7527-FA83-12AE-C88C96D12E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8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EBCA-F68D-4DED-1F39-7B887F08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ED8851-FFD1-100A-6C3D-2001EBCF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5400" dirty="0">
                <a:cs typeface="+mn-cs"/>
              </a:rPr>
              <a:t>סיכום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272115-4A03-CB86-5F3B-7CF92520D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משמעות הממצאים</a:t>
            </a:r>
          </a:p>
          <a:p>
            <a:r>
              <a:rPr lang="he-IL" dirty="0"/>
              <a:t>קשר לספרות</a:t>
            </a:r>
          </a:p>
          <a:p>
            <a:r>
              <a:rPr lang="he-IL" dirty="0"/>
              <a:t>מסקנות מרכזיות</a:t>
            </a:r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18B5C0DB-2EC0-A08D-E421-310800C6AD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6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26F4-BDEB-9728-9186-69981431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3D05DC-3DE0-B0F5-3169-8EB3816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5400" dirty="0">
                <a:cs typeface="+mn-cs"/>
              </a:rPr>
              <a:t>המלצות  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84B496-7B1A-0462-70D6-A0F531B6D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המלצות יישומיות למנהלים, לצוותים, למערכת הבריאות</a:t>
            </a:r>
          </a:p>
          <a:p>
            <a:r>
              <a:rPr lang="he-IL" dirty="0"/>
              <a:t>תרומת המחקר, מקצועית, ניהולית, מחקרית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97DFB15D-1250-B170-604C-A15010869E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20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6D8CF-55B1-6D51-F073-64CC9C90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168BB3-4993-2FE3-E6DB-1543F270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 </a:t>
            </a:r>
            <a:r>
              <a:rPr lang="he-IL" sz="6000" dirty="0">
                <a:cs typeface="+mn-cs"/>
              </a:rPr>
              <a:t>מגבלות המחקר</a:t>
            </a:r>
            <a:br>
              <a:rPr lang="he-IL" sz="5400" b="1" dirty="0"/>
            </a:br>
            <a:endParaRPr lang="he-IL" sz="5400" dirty="0"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5C98DAF-99C3-F92C-B128-B3554D2EC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" name="Picture 5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7D34DE6F-6E8B-E5C0-94B0-7184507AD3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817"/>
            <a:ext cx="211836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7214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149</Words>
  <Application>Microsoft Office PowerPoint</Application>
  <PresentationFormat>מסך רחב</PresentationFormat>
  <Paragraphs>54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ערכת נושא Office</vt:lpstr>
      <vt:lpstr>פרויקט בנושא :    שנה"ל תשפ"ו </vt:lpstr>
      <vt:lpstr>רקע והצגת הבעיה</vt:lpstr>
      <vt:lpstr>שאלת המחקר ומטרות המחקר</vt:lpstr>
      <vt:lpstr> סקירת ספרות – מה ידוע לנו בנושא  </vt:lpstr>
      <vt:lpstr> סקירת ספרות </vt:lpstr>
      <vt:lpstr> מסגרת תיאורטית / מודל המחקר</vt:lpstr>
      <vt:lpstr> מתודולוגיה</vt:lpstr>
      <vt:lpstr> מתודולוגיה</vt:lpstr>
      <vt:lpstr> כלי המחקר</vt:lpstr>
      <vt:lpstr> ממצאים מרכזיים </vt:lpstr>
      <vt:lpstr> ממצאים מרכזיים </vt:lpstr>
      <vt:lpstr> ממצאים מרכזיים </vt:lpstr>
      <vt:lpstr> סיכום </vt:lpstr>
      <vt:lpstr> סיכום </vt:lpstr>
      <vt:lpstr> המלצות   </vt:lpstr>
      <vt:lpstr> מגבלות המחקר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לבנה עגני</dc:creator>
  <cp:lastModifiedBy>לבנה עגני</cp:lastModifiedBy>
  <cp:revision>3</cp:revision>
  <dcterms:created xsi:type="dcterms:W3CDTF">2026-01-16T04:20:19Z</dcterms:created>
  <dcterms:modified xsi:type="dcterms:W3CDTF">2026-05-25T05:49:31Z</dcterms:modified>
</cp:coreProperties>
</file>