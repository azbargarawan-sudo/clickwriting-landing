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ארבע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שהחסמים אינם פועלים במקביל אלא כל אחד בשלב אחר בדרך אל הבדיקה, ושהרצועה התחתונה היא מה שמעביר את האישה מתחנה לתחנה.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איבתיסאם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2011680" y="4718304"/>
            <a:ext cx="8138160" cy="292608"/>
          </a:xfrm>
          <a:prstGeom prst="rect">
            <a:avLst/>
          </a:prstGeom>
          <a:noFill/>
          <a:ln/>
        </p:spPr>
        <p:txBody>
          <a:bodyPr wrap="square" lIns="0" tIns="0" rIns="0" bIns="0" rtlCol="0" anchor="ctr"/>
          <a:lstStyle/>
          <a:p>
            <a:pPr rtl="1" algn="ctr" indent="0" marL="0">
              <a:buNone/>
            </a:pPr>
            <a:r>
              <a:rPr lang="en-US" sz="1250" b="1" dirty="0">
                <a:solidFill>
                  <a:srgbClr val="16202B"/>
                </a:solidFill>
                <a:latin typeface="Arial" pitchFamily="34" charset="0"/>
                <a:ea typeface="Arial" pitchFamily="34" charset="-122"/>
                <a:cs typeface="Arial" pitchFamily="34" charset="-120"/>
              </a:rPr>
              <a:t>מגישות: מראם זיד  |  טגאיה סמאנך  |  עאליה אבו עראר  |  לילה נגילי</a:t>
            </a:r>
            <a:endParaRPr lang="en-US" sz="125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אסנת בשקין</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 3  |  מציגה ג׳ פרק 4  |  מציגה ד׳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מארבע חברות הצוות ערכה שלושה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ופאא דכוור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ברכנש אלמו</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חנאן אבו סביח</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איבתיסאם דאהר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הדרך אל הבדיקה, והיכן פועלת כל תמה</a:t>
            </a:r>
            <a:endParaRPr lang="en-US" sz="3000" dirty="0"/>
          </a:p>
        </p:txBody>
      </p:sp>
      <p:pic>
        <p:nvPicPr>
          <p:cNvPr id="4" name="Image 0" descr="/tmp/claude-0/-home-user-clickwriting-landing/2ca03497-42eb-5d34-8079-069f09f39de3/scratchpad/work/findings_path.png">    </p:cNvPr>
          <p:cNvPicPr>
            <a:picLocks noChangeAspect="1"/>
          </p:cNvPicPr>
          <p:nvPr/>
        </p:nvPicPr>
        <p:blipFill>
          <a:blip r:embed="rId1"/>
          <a:stretch>
            <a:fillRect/>
          </a:stretch>
        </p:blipFill>
        <p:spPr>
          <a:xfrm>
            <a:off x="640080" y="1481328"/>
            <a:ext cx="10881360" cy="43349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איבתיסאם דאהר,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חנאן אבו סביח,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ברכנש אלמו,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ופאא דכוור,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אסנת בשקין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2026-08-25T17:52:33Z</dcterms:created>
  <dcterms:modified xsi:type="dcterms:W3CDTF">2026-08-25T17:52:33Z</dcterms:modified>
</cp:coreProperties>
</file>