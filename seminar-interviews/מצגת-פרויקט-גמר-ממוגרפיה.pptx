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שלוש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מפת הדרכים לארבעת השקפים הבאים. לומר במשפט אחד את השורה התחתונה שבתחתית התרשים: ההיענות היא מאזן כוחות ולא רמת ידע.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מראם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3017520" y="4718304"/>
            <a:ext cx="6126480" cy="292608"/>
          </a:xfrm>
          <a:prstGeom prst="rect">
            <a:avLst/>
          </a:prstGeom>
          <a:noFill/>
          <a:ln/>
        </p:spPr>
        <p:txBody>
          <a:bodyPr wrap="square" lIns="0" tIns="0" rIns="0" bIns="0" rtlCol="0" anchor="ctr"/>
          <a:lstStyle/>
          <a:p>
            <a:pPr rtl="1" algn="ctr" indent="0" marL="0">
              <a:buNone/>
            </a:pPr>
            <a:r>
              <a:rPr lang="en-US" sz="1300" b="1" dirty="0">
                <a:solidFill>
                  <a:srgbClr val="16202B"/>
                </a:solidFill>
                <a:latin typeface="Arial" pitchFamily="34" charset="0"/>
                <a:ea typeface="Arial" pitchFamily="34" charset="-122"/>
                <a:cs typeface="Arial" pitchFamily="34" charset="-120"/>
              </a:rPr>
              <a:t>מגישות:  [שם מלא]  |  [שם מלא]  |  [שם מלא]</a:t>
            </a:r>
            <a:endParaRPr lang="en-US" sz="130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שנהב פרץ</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פרקים 3 עד 4  |  מציגה ג׳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משלוש חברות הצוות ערכה ארבעה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לילה נגילי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טגאיה סמאנך</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עאליה אבו עראר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מראם ח'טיב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ארבע התמות שעלו מן הניתוח</a:t>
            </a:r>
            <a:endParaRPr lang="en-US" sz="3000" dirty="0"/>
          </a:p>
        </p:txBody>
      </p:sp>
      <p:pic>
        <p:nvPicPr>
          <p:cNvPr id="4" name="Image 0" descr="/tmp/claude-0/-home-user-clickwriting-landing/2ca03497-42eb-5d34-8079-069f09f39de3/scratchpad/work/themes.png">    </p:cNvPr>
          <p:cNvPicPr>
            <a:picLocks noChangeAspect="1"/>
          </p:cNvPicPr>
          <p:nvPr/>
        </p:nvPicPr>
        <p:blipFill>
          <a:blip r:embed="rId1"/>
          <a:stretch>
            <a:fillRect/>
          </a:stretch>
        </p:blipFill>
        <p:spPr>
          <a:xfrm>
            <a:off x="1874520" y="1225296"/>
            <a:ext cx="8412480" cy="518583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מראם ח'טיב,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עאליה אבו עראר,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טגאיה סמאנך,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לילה נגילי,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שנהב פרץ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2026-08-25T16:49:27Z</dcterms:created>
  <dcterms:modified xsi:type="dcterms:W3CDTF">2026-08-25T16:49:27Z</dcterms:modified>
</cp:coreProperties>
</file>